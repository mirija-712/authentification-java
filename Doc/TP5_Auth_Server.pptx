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457200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60120"/>
            <a:ext cx="1188720" cy="384048"/>
          </a:xfrm>
          <a:prstGeom prst="rect">
            <a:avLst>
              <a:gd name="adj" fmla="val 1190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TP5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« Password Change »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Déploiement Docker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943600" cy="18288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&amp; Réalisations attendues  ·  Spring Boot  ·  Docker  ·  GitHub 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D. Samfat  ·  Serveur d'Authentification  ·  2024-2025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Contexte &amp; Objectifs du TP5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02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39776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DE DÉPART : TP4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Authentification sécurisée (HMAC / nonce)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Master Key côté serveur pour chiffrer les mots de passe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Tests JUnit complets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Analyse qualité SonarCloud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Pipeline GitHub Actions (build + tests + Sonar)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43000"/>
            <a:ext cx="397764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43000"/>
            <a:ext cx="3794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OBJECTIFS DU TP5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664208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Ajouter la fonctionnalité : changement de mot de passe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Conserver toutes les règles de sécurité du TP4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Conteneuriser l'application avec Docker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Automatiser le build Docker avec GitHub Actions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TP5 – Password Change &amp; Docker  ·  D. Samfat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Nouvelle Fonctionnalité : Changement de Mot de Passe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03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/api/auth/change-password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37360"/>
            <a:ext cx="402336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28800"/>
            <a:ext cx="3749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"toto@example.com",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"oldPassword": "pwd1234",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"newPassword": "NewPassword123!",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"confirmPassword": "NewPassword123!"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9728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LOGIQUE DU SERVEUR (7 ÉTAPES)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19472" y="163677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636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57800" y="15910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Vérifier que l'utilisateur existe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19472" y="20665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2066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20208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Vérifier que l'ancien mot de passe est correct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19472" y="249631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57800" y="24505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Vérifier que newPassword = confirmPassword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19472" y="292608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57800" y="28803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Vérifier la force du nouveau mot de passe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9472" y="335584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57800" y="33101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Chiffrer le nouveau mot de passe (Master Key)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9472" y="37856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37398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Mettre à jour la base de données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9472" y="421538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4215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41696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Lever une exception si règle non respectée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" y="38404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L'utilisateur doit être authentifié pour accéder à cet endpoint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TP5 – Password Change &amp; Docker  ·  D. Samfat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Sécurité &amp; Règles du Mot de Passe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04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96596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887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Minimum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12 caractères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6596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887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68880" y="1920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Majuscule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&amp; Minuscule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097280"/>
            <a:ext cx="196596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1887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0-9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1920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Au moins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un chiffre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6596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1887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!@#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766560" y="19202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Caractère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spécial requis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26080"/>
            <a:ext cx="10972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99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CHIFFREMENT AVEC LA MASTER KEY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Vérification de l'ancien mot de passe déchiffré avec la Master Key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Nouveau mot de passe chiffré avec la Master Key avant stockage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La Master Key est injectée via variable d'environnement APP_MASTER_KEY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TP5 – Password Change &amp; Docker  ·  D. Samfat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Tests JUnit – Cas de Test Obligatoires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05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225296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1338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Changement de mot de passe réussi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3990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Ancien mdp correct + nouveau mdp fort → mise à jour 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92224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192024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8288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Ancien mot de passe incorrect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09397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Le serveur doit rejeter la demande avec une exception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2615184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5237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Confirmation différente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7889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newPassword ≠ confirmPassword → exception levée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82112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" y="3310128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2186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Mot de passe trop faible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4838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Nouveau mdp ne respectant pas les règles de sécurité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877056"/>
            <a:ext cx="8503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" y="4005072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913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Utilisateur inexistant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41788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Email non trouvé dans la base → exception levée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TP5 – Password Change &amp; Docker  ·  D. Samfat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Conteneurisation avec Docker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69080" cy="33375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0690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81912"/>
            <a:ext cx="3794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openjdk:17-jdk-slim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target/app.jar app.jar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["java","-jar","/app/app.jar"]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40690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CONSTRUIRE L'IMAGE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581912"/>
            <a:ext cx="38862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819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cdwfs-auth-app 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05740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Crée une image Docker nommée cdwfs-auth-app.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78892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788920"/>
            <a:ext cx="4069080" cy="3657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7889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LANCER LE CONTENEUR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264408"/>
            <a:ext cx="388620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6440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8080:8080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APP_MASTER_KEY=xxx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cdwfs-auth-app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90448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Accès : http://localhost:8080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TP5 – Password Change &amp; Docker  ·  D. Samfat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Pipeline CI/CD – GitHub 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920240" cy="13716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mvn clean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package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737360"/>
            <a:ext cx="22860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1143000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Tests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468880" y="17190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mvn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JUnit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737360"/>
            <a:ext cx="22860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1143000"/>
            <a:ext cx="19202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Sonar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17190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SonarCloud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Quality Gate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37960" y="1737360"/>
            <a:ext cx="22860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5544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1143000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12070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Docker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6560" y="1719072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docker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-t app 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8503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43200"/>
            <a:ext cx="8503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743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 PIPELINE ÉCHOUE SI 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Un test JUnit échoue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Le Quality Gate SonarCloud n'est pas satisfait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Le build Docker échoue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TP5 – Password Change &amp; Docker  ·  D. Samfat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Versionning Git Obligatoire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08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56032" cy="25603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444752"/>
            <a:ext cx="36576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247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Créer la branche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143000"/>
            <a:ext cx="5943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430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tp5-change-password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039112"/>
            <a:ext cx="36576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7190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Commit fonctionnalité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1737360"/>
            <a:ext cx="5943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7373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change password feature"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2633472"/>
            <a:ext cx="36576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134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Commit Docker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2331720"/>
            <a:ext cx="5943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3317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Dockerfile"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256032" cy="256032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227832"/>
            <a:ext cx="36576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9077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Commit CI/CD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80360" y="2926080"/>
            <a:ext cx="5943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926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"Update GitHub Actions for Docker build"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5661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3822192"/>
            <a:ext cx="36576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5021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Tag de version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880360" y="3520440"/>
            <a:ext cx="5943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5204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v5-tp5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16052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0965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Push final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80360" y="4114800"/>
            <a:ext cx="5943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0360" y="41148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 --tags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TP5 – Password Change &amp; Docker  ·  D. Samfat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Savoir-faire Acquis – TP5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77724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1612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Évolution fonctionnelle sécurisée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904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Ajouter un endpoint de changement de mot de passe avec validation complète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0299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Conteneurisation Docker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3591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Écrire un Dockerfile, construire et lancer une image Spring Boot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8986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CI/CD étendu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278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Automatiser la construction de l'image Docker dans GitHub Actions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④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7673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DevSecOps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0965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Maintenir tests, SonarCloud et sécurité tout au long des évolutions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928"/>
          </a:solidFill>
          <a:ln w="12700">
            <a:solidFill>
              <a:srgbClr val="0F19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TP5 – Password Change &amp; Docker  ·  D. Samfat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 – Évolution Password Change &amp; Déploiement Docker</dc:title>
  <dc:subject>PptxGenJS Presentation</dc:subject>
  <dc:creator>PptxGenJS</dc:creator>
  <cp:lastModifiedBy>PptxGenJS</cp:lastModifiedBy>
  <cp:revision>1</cp:revision>
  <dcterms:created xsi:type="dcterms:W3CDTF">2026-03-30T12:31:00Z</dcterms:created>
  <dcterms:modified xsi:type="dcterms:W3CDTF">2026-03-30T12:31:00Z</dcterms:modified>
</cp:coreProperties>
</file>