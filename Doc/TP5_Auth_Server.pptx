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54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7497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8979408" cy="5486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118872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TP5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Évolution « Password Change »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48640" y="21031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Déploiement Docker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5943600" cy="18288"/>
          </a:xfrm>
          <a:prstGeom prst="rect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48640" y="29718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Démarche &amp; Réalisations attendues  ·  Spring Boot  ·  Docker  ·  GitHub Actions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Contexte &amp; Objectifs du TP5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0" y="9144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4B8A6"/>
                </a:solidFill>
              </a:rPr>
              <a:t>02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3977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320040" y="1143000"/>
            <a:ext cx="3977640" cy="42062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794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BASE DE DÉPART : TP4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664208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Authentification sécurisée (HMAC / nonce)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Master Key côté serveur pour chiffrer les mots de passe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Tests JUnit complets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Analyse qualité SonarCloud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Pipeline GitHub Actions (build + tests + Sonar)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1143000"/>
            <a:ext cx="3977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846320" y="1143000"/>
            <a:ext cx="3977640" cy="4206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937760" y="1143000"/>
            <a:ext cx="3794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OBJECTIFS DU TP5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56048" y="1664208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Ajouter la fonctionnalité : changement de mot de passe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Conserver toutes les règles de sécurité du TP4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Conteneuriser l'application avec Docker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Automatiser le build Docker avec GitHub Actions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Nouvelle Fonctionnalité : Changement de Mot de Passe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412480" y="9144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4B8A6"/>
                </a:solidFill>
              </a:rPr>
              <a:t>03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02336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 /api/auth/change-password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737360"/>
            <a:ext cx="4023360" cy="1965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74904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"email": "toto@example.com",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"oldPassword": "pwd1234",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"newPassword": "NewPassword123!",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"confirmPassword": "NewPassword123!"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00600" y="1097280"/>
            <a:ext cx="40233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800600" y="1097280"/>
            <a:ext cx="40233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892040" y="10972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LOGIQUE DU SERVEUR (7 ÉTAPES)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19472" y="1636776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919472" y="1636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257800" y="1591056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Vérifier que l'utilisateur existe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19472" y="2066544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919472" y="2066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257800" y="2020824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Vérifier que l'ancien mot de passe est correct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19472" y="2496312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919472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257800" y="2450592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Vérifier que newPassword = confirmPassword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19472" y="2926080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919472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257800" y="288036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Vérifier la force du nouveau mot de passe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19472" y="3355848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919472" y="3355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257800" y="3310128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Chiffrer le nouveau mot de passe (Master Key)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919472" y="3785616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919472" y="3785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257800" y="3739896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Mettre à jour la base de données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919472" y="4215384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4919472" y="4215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7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257800" y="4169664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Lever une exception si règle non respectée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373749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</a:rPr>
              <a:t>L'utilisateur doit être authentifié pour accéder à cet endpoint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Sécurité &amp; Règles du Mot de Passe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0" y="9144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4B8A6"/>
                </a:solidFill>
              </a:rPr>
              <a:t>04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1965960" cy="1645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20040" y="11887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12+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19202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Minimum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12 caractères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1097280"/>
            <a:ext cx="1965960" cy="16459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468880" y="11887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Aa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468880" y="19202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Majuscule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&amp; Minuscule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17720" y="1097280"/>
            <a:ext cx="1965960" cy="1645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617720" y="11887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0-9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Au moins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un chiffre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97280"/>
            <a:ext cx="1965960" cy="16459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766560" y="118872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!@#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766560" y="192024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Caractère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spécial requis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926080"/>
            <a:ext cx="850392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320040" y="2926080"/>
            <a:ext cx="109728" cy="1508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48640" y="299923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CHIFFREMENT AVEC LA MASTER KEY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33375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1. </a:t>
            </a:r>
            <a:r>
              <a:rPr lang="en-US" sz="1200" dirty="0">
                <a:solidFill>
                  <a:srgbClr val="475569"/>
                </a:solidFill>
              </a:rPr>
              <a:t>Vérification de l'ancien mot de passe déchiffré avec la Master Key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2. </a:t>
            </a:r>
            <a:r>
              <a:rPr lang="en-US" sz="1200" dirty="0">
                <a:solidFill>
                  <a:srgbClr val="475569"/>
                </a:solidFill>
              </a:rPr>
              <a:t>Nouveau mot de passe chiffré avec la Master Key avant stockage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3. </a:t>
            </a:r>
            <a:r>
              <a:rPr lang="en-US" sz="1200" dirty="0">
                <a:solidFill>
                  <a:srgbClr val="475569"/>
                </a:solidFill>
              </a:rPr>
              <a:t>La Master Key est injectée via variable d'environnement APP_MASTER_KEY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Tests JUnit – Cas de Test Obligatoires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0" y="9144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4B8A6"/>
                </a:solidFill>
              </a:rPr>
              <a:t>05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85039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438912" y="1225296"/>
            <a:ext cx="347472" cy="3474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38912" y="12252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133856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Changement de mot de passe réussi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399032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Ancien mdp correct + nouveau mdp fort → mise à jour OK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1792224"/>
            <a:ext cx="85039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438912" y="1920240"/>
            <a:ext cx="347472" cy="3474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38912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✗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18288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Ancien mot de passe incorrect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093976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Le serveur doit rejeter la demande avec une exception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487168"/>
            <a:ext cx="85039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38912" y="2615184"/>
            <a:ext cx="347472" cy="3474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38912" y="2615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252374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Confirmation différente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278892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newPassword ≠ confirmPassword → exception levée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3182112"/>
            <a:ext cx="85039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438912" y="3310128"/>
            <a:ext cx="347472" cy="3474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38912" y="3310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✗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14400" y="32186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Mot de passe trop faible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4400" y="348386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Nouveau mdp ne respectant pas les règles de sécurité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" y="3877056"/>
            <a:ext cx="85039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438912" y="4005072"/>
            <a:ext cx="347472" cy="3474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38912" y="4005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✗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14400" y="3913632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Utilisateur inexistant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14400" y="417880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Email non trouvé dans la base → exception levée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Conteneurisation avec Docker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0" y="9144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4B8A6"/>
                </a:solidFill>
              </a:rPr>
              <a:t>06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4069080" cy="3337560"/>
          </a:xfrm>
          <a:prstGeom prst="rect">
            <a:avLst/>
          </a:prstGeom>
          <a:solidFill>
            <a:srgbClr val="1E293B"/>
          </a:solidFill>
          <a:ln w="1905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406908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" y="1581912"/>
            <a:ext cx="3794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openjdk:17-jdk-slim</a:t>
            </a:r>
            <a:endParaRPr lang="en-US" sz="12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2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target/app.jar app.jar</a:t>
            </a:r>
            <a:endParaRPr lang="en-US" sz="12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</a:t>
            </a:r>
            <a:endParaRPr lang="en-US" sz="1200" dirty="0"/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ENTRYPOINT ["java","-jar","/app/app.jar"]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40690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069080" cy="36576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846320" y="109728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CONSTRUIRE L'IMAGE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1581912"/>
            <a:ext cx="3886200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846320" y="158191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 -t cdwfs-auth-app 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2057400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Crée une image Docker nommée cdwfs-auth-app.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54880" y="2788920"/>
            <a:ext cx="40690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754880" y="2788920"/>
            <a:ext cx="4069080" cy="36576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846320" y="278892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</a:rPr>
              <a:t>LANCER LE CONTENEUR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3264408"/>
            <a:ext cx="3886200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846320" y="3264408"/>
            <a:ext cx="3886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-p 8080:8080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-e APP_MASTER_KEY=xxx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cdwfs-auth-app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0" y="3904488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D9488"/>
                </a:solidFill>
              </a:rPr>
              <a:t>Accès : http://localhost:8080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Pipeline CI/CD – GitHub Actions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0" y="9144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4B8A6"/>
                </a:solidFill>
              </a:rPr>
              <a:t>07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1920240" cy="13716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20040" y="120700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Build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20040" y="171907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mvn clean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package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40280" y="1737360"/>
            <a:ext cx="228600" cy="36576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363724" y="1581912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468880" y="1143000"/>
            <a:ext cx="1920240" cy="1371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2468880" y="120700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Tests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68880" y="171907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mvn test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JUnit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0" y="1737360"/>
            <a:ext cx="228600" cy="36576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503420" y="1572768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17720" y="1143000"/>
            <a:ext cx="1920240" cy="1371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617720" y="120700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Sonar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617720" y="171907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SonarCloud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Quality Gate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37960" y="1737360"/>
            <a:ext cx="228600" cy="36576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652260" y="1581912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766560" y="1143000"/>
            <a:ext cx="1920240" cy="13716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6766560" y="120700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Docker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766560" y="171907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docker build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-t app 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2743200"/>
            <a:ext cx="8503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320040" y="2743200"/>
            <a:ext cx="8503920" cy="38404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11480" y="27432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LE PIPELINE ÉCHOUE SI :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" y="3200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Un test JUnit échoue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Le Quality Gate SonarCloud n'est pas satisfait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Le build Docker échoue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877824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Versionning Git Obligatoire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0" y="9144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4B8A6"/>
                </a:solidFill>
              </a:rPr>
              <a:t>08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" y="1188720"/>
            <a:ext cx="256032" cy="256032"/>
          </a:xfrm>
          <a:prstGeom prst="ellipse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429768" y="1444752"/>
            <a:ext cx="36576" cy="256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31520" y="112471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Créer la branche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80360" y="1143000"/>
            <a:ext cx="59436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880360" y="11430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tp5-change-password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1783080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429768" y="2039112"/>
            <a:ext cx="36576" cy="256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731520" y="171907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Commit fonctionnalité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80360" y="1737360"/>
            <a:ext cx="59436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880360" y="173736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"Add change password feature"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377440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29768" y="2633472"/>
            <a:ext cx="36576" cy="256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31520" y="23134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Commit Docker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2331720"/>
            <a:ext cx="59436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2880360" y="23317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"Add Dockerfile"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2971800"/>
            <a:ext cx="256032" cy="256032"/>
          </a:xfrm>
          <a:prstGeom prst="ellipse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429768" y="3227832"/>
            <a:ext cx="36576" cy="256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731520" y="290779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Commit CI/CD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880360" y="2926080"/>
            <a:ext cx="59436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2880360" y="29260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"Update GitHub Actions for Docker build"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3566160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429768" y="3822192"/>
            <a:ext cx="36576" cy="25603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731520" y="350215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Tag de version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880360" y="3520440"/>
            <a:ext cx="59436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2880360" y="352044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tag v5-tp5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4160520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731520" y="409651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Push final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880360" y="4114800"/>
            <a:ext cx="59436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2880360" y="41148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main --tags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Savoir-faire Acquis – TP5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7772400" cy="36576"/>
          </a:xfrm>
          <a:prstGeom prst="rect">
            <a:avLst/>
          </a:prstGeom>
          <a:solidFill>
            <a:srgbClr val="0D9488">
              <a:alpha val="60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502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B8A6"/>
                </a:solidFill>
              </a:rPr>
              <a:t>①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1161288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Évolution fonctionnelle sécurisée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490472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Ajouter un endpoint de changement de mot de passe avec validation complète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502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B8A6"/>
                </a:solidFill>
              </a:rPr>
              <a:t>②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97280" y="2029968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Conteneurisation Docker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359152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Écrire un Dockerfile, construire et lancer une image Spring Boot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502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B8A6"/>
                </a:solidFill>
              </a:rPr>
              <a:t>③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97280" y="2898648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CI/CD étendu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227832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Automatiser la construction de l'image Docker dans GitHub Actions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749040"/>
            <a:ext cx="502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B8A6"/>
                </a:solidFill>
              </a:rPr>
              <a:t>④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97280" y="3767328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DevSecOps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4096512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</a:rPr>
              <a:t>Maintenir tests, SonarCloud et sécurité tout au long des évolutions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635</Words>
  <Application>Microsoft Office PowerPoint</Application>
  <PresentationFormat>Affichage à l'écran (16:9)</PresentationFormat>
  <Paragraphs>154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 – Évolution Password Change &amp; Déploiement Docker</dc:title>
  <dc:subject>PptxGenJS Presentation</dc:subject>
  <dc:creator>PptxGenJS</dc:creator>
  <cp:lastModifiedBy>Steve Mirija</cp:lastModifiedBy>
  <cp:revision>2</cp:revision>
  <dcterms:created xsi:type="dcterms:W3CDTF">2026-03-30T12:31:00Z</dcterms:created>
  <dcterms:modified xsi:type="dcterms:W3CDTF">2026-04-01T10:02:53Z</dcterms:modified>
</cp:coreProperties>
</file>